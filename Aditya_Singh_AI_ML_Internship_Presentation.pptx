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2341"/>
                </a:solidFill>
              </a:defRPr>
            </a:pPr>
            <a:r>
              <a:t>Internship Report Presentation</a:t>
            </a:r>
          </a:p>
          <a:p>
            <a:pPr>
              <a:spcAft>
                <a:spcPts val="800"/>
              </a:spcAft>
              <a:defRPr sz="2000">
                <a:solidFill>
                  <a:srgbClr val="232832"/>
                </a:solidFill>
              </a:defRPr>
            </a:pPr>
            <a:r>
              <a:t>AI/ML Research Specialist – YuvaIntern</a:t>
            </a:r>
          </a:p>
          <a:p>
            <a:pPr>
              <a:spcAft>
                <a:spcPts val="800"/>
              </a:spcAft>
              <a:defRPr sz="1700">
                <a:solidFill>
                  <a:srgbClr val="232832"/>
                </a:solidFill>
              </a:defRPr>
            </a:pPr>
            <a:r>
              <a:t>Aditya Singh | Roll No. 2410031215</a:t>
            </a:r>
          </a:p>
          <a:p>
            <a:pPr>
              <a:spcAft>
                <a:spcPts val="800"/>
              </a:spcAft>
              <a:defRPr sz="1700">
                <a:solidFill>
                  <a:srgbClr val="232832"/>
                </a:solidFill>
              </a:defRPr>
            </a:pPr>
            <a:r>
              <a:t>B.Tech CSE | IILM University, Greater Noida</a:t>
            </a:r>
          </a:p>
          <a:p>
            <a:pPr>
              <a:spcAft>
                <a:spcPts val="800"/>
              </a:spcAft>
              <a:defRPr sz="1700">
                <a:solidFill>
                  <a:srgbClr val="232832"/>
                </a:solidFill>
              </a:defRPr>
            </a:pPr>
            <a:r>
              <a:t>Batch 2024–2028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92240"/>
            <a:ext cx="10972800" cy="18288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1967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E7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62897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41"/>
                </a:solidFill>
              </a:defRPr>
            </a:pPr>
            <a:r>
              <a:rPr dirty="0"/>
              <a:t>About </a:t>
            </a:r>
            <a:r>
              <a:rPr lang="en-IN" dirty="0"/>
              <a:t>Me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832"/>
                </a:solidFill>
              </a:defRPr>
            </a:pPr>
            <a:r>
              <a:t>• Name: Aditya Singh</a:t>
            </a:r>
          </a:p>
          <a:p>
            <a:pPr>
              <a:spcAft>
                <a:spcPts val="1400"/>
              </a:spcAft>
              <a:defRPr sz="2100">
                <a:solidFill>
                  <a:srgbClr val="232832"/>
                </a:solidFill>
              </a:defRPr>
            </a:pPr>
            <a:r>
              <a:t>• Roll No.: 2410031215</a:t>
            </a:r>
          </a:p>
          <a:p>
            <a:pPr>
              <a:spcAft>
                <a:spcPts val="1400"/>
              </a:spcAft>
              <a:defRPr sz="2100">
                <a:solidFill>
                  <a:srgbClr val="232832"/>
                </a:solidFill>
              </a:defRPr>
            </a:pPr>
            <a:r>
              <a:t>• Batch: 2024–2028</a:t>
            </a:r>
          </a:p>
          <a:p>
            <a:pPr>
              <a:spcAft>
                <a:spcPts val="1400"/>
              </a:spcAft>
              <a:defRPr sz="2100">
                <a:solidFill>
                  <a:srgbClr val="232832"/>
                </a:solidFill>
              </a:defRPr>
            </a:pPr>
            <a:r>
              <a:t>• Program: B.Tech Computer Science &amp; Engineering</a:t>
            </a:r>
          </a:p>
          <a:p>
            <a:pPr>
              <a:spcAft>
                <a:spcPts val="1400"/>
              </a:spcAft>
              <a:defRPr sz="2100">
                <a:solidFill>
                  <a:srgbClr val="232832"/>
                </a:solidFill>
              </a:defRPr>
            </a:pPr>
            <a:r>
              <a:t>• Institution: IILM University, Greater Noida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92240"/>
            <a:ext cx="10972800" cy="18288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1967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E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41"/>
                </a:solidFill>
              </a:defRPr>
            </a:pPr>
            <a:r>
              <a:t>About the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2426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832"/>
                </a:solidFill>
              </a:defRPr>
            </a:pPr>
            <a:r>
              <a:rPr dirty="0"/>
              <a:t>• Internship Domain: AI/ML Research Specialist</a:t>
            </a:r>
          </a:p>
          <a:p>
            <a:pPr>
              <a:spcAft>
                <a:spcPts val="1400"/>
              </a:spcAft>
              <a:defRPr sz="2100">
                <a:solidFill>
                  <a:srgbClr val="232832"/>
                </a:solidFill>
              </a:defRPr>
            </a:pPr>
            <a:r>
              <a:rPr dirty="0"/>
              <a:t>• Organization: </a:t>
            </a:r>
            <a:r>
              <a:rPr dirty="0" err="1"/>
              <a:t>YuvaIntern</a:t>
            </a:r>
            <a:endParaRPr dirty="0"/>
          </a:p>
          <a:p>
            <a:pPr>
              <a:spcAft>
                <a:spcPts val="1400"/>
              </a:spcAft>
              <a:defRPr sz="2100">
                <a:solidFill>
                  <a:srgbClr val="232832"/>
                </a:solidFill>
              </a:defRPr>
            </a:pPr>
            <a:r>
              <a:rPr dirty="0"/>
              <a:t>• Certified by: Henry Harvin Education</a:t>
            </a:r>
          </a:p>
          <a:p>
            <a:pPr>
              <a:spcAft>
                <a:spcPts val="1400"/>
              </a:spcAft>
              <a:defRPr sz="2100">
                <a:solidFill>
                  <a:srgbClr val="232832"/>
                </a:solidFill>
              </a:defRPr>
            </a:pPr>
            <a:r>
              <a:rPr dirty="0"/>
              <a:t>• Duration: June – </a:t>
            </a:r>
            <a:r>
              <a:rPr lang="en-IN" dirty="0" err="1"/>
              <a:t>Septembe</a:t>
            </a:r>
            <a:r>
              <a:rPr dirty="0"/>
              <a:t>r 2026</a:t>
            </a:r>
          </a:p>
          <a:p>
            <a:pPr>
              <a:spcAft>
                <a:spcPts val="1400"/>
              </a:spcAft>
              <a:defRPr sz="2100">
                <a:solidFill>
                  <a:srgbClr val="232832"/>
                </a:solidFill>
              </a:defRPr>
            </a:pPr>
            <a:r>
              <a:rPr dirty="0"/>
              <a:t>• Focus: Applied AI/ML research, experimentation and documentation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92240"/>
            <a:ext cx="10972800" cy="18288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1967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E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41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832"/>
                </a:solidFill>
              </a:defRPr>
            </a:pPr>
            <a:r>
              <a:t>• Bridge the gap between theoretical machine-learning knowledge and applied research practice.</a:t>
            </a:r>
          </a:p>
          <a:p>
            <a:pPr>
              <a:spcAft>
                <a:spcPts val="1400"/>
              </a:spcAft>
              <a:defRPr sz="2100">
                <a:solidFill>
                  <a:srgbClr val="232832"/>
                </a:solidFill>
              </a:defRPr>
            </a:pPr>
            <a:r>
              <a:t>• Provide structured exposure to experimentation, model evaluation and technical reporting.</a:t>
            </a:r>
          </a:p>
          <a:p>
            <a:pPr>
              <a:spcAft>
                <a:spcPts val="1400"/>
              </a:spcAft>
              <a:defRPr sz="2100">
                <a:solidFill>
                  <a:srgbClr val="232832"/>
                </a:solidFill>
              </a:defRPr>
            </a:pPr>
            <a:r>
              <a:t>• Develop an end-to-end understanding of an ML research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92240"/>
            <a:ext cx="10972800" cy="18288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1967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E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41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832"/>
                </a:solidFill>
              </a:defRPr>
            </a:pPr>
            <a:r>
              <a:t>• Build and train machine-learning models</a:t>
            </a:r>
          </a:p>
          <a:p>
            <a:pPr>
              <a:spcAft>
                <a:spcPts val="1400"/>
              </a:spcAft>
              <a:defRPr sz="2100">
                <a:solidFill>
                  <a:srgbClr val="232832"/>
                </a:solidFill>
              </a:defRPr>
            </a:pPr>
            <a:r>
              <a:t>• Conduct applied AI/ML research and experimentation</a:t>
            </a:r>
          </a:p>
          <a:p>
            <a:pPr>
              <a:spcAft>
                <a:spcPts val="1400"/>
              </a:spcAft>
              <a:defRPr sz="2100">
                <a:solidFill>
                  <a:srgbClr val="232832"/>
                </a:solidFill>
              </a:defRPr>
            </a:pPr>
            <a:r>
              <a:t>• Evaluate models and document findings</a:t>
            </a:r>
          </a:p>
          <a:p>
            <a:pPr>
              <a:spcAft>
                <a:spcPts val="1400"/>
              </a:spcAft>
              <a:defRPr sz="2100">
                <a:solidFill>
                  <a:srgbClr val="232832"/>
                </a:solidFill>
              </a:defRPr>
            </a:pPr>
            <a:r>
              <a:t>• Improve technical communication and presentation skills</a:t>
            </a:r>
          </a:p>
          <a:p>
            <a:pPr>
              <a:spcAft>
                <a:spcPts val="1400"/>
              </a:spcAft>
              <a:defRPr sz="2100">
                <a:solidFill>
                  <a:srgbClr val="232832"/>
                </a:solidFill>
              </a:defRPr>
            </a:pPr>
            <a:r>
              <a:t>• Strengthen practical employability through hands-on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92240"/>
            <a:ext cx="10972800" cy="18288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1967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E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41"/>
                </a:solidFill>
              </a:defRPr>
            </a:pPr>
            <a:r>
              <a:t>Tools &amp;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832"/>
                </a:solidFill>
              </a:defRPr>
            </a:pPr>
            <a:r>
              <a:t>• Python</a:t>
            </a:r>
          </a:p>
          <a:p>
            <a:pPr>
              <a:spcAft>
                <a:spcPts val="1400"/>
              </a:spcAft>
              <a:defRPr sz="2100">
                <a:solidFill>
                  <a:srgbClr val="232832"/>
                </a:solidFill>
              </a:defRPr>
            </a:pPr>
            <a:r>
              <a:t>• TensorFlow</a:t>
            </a:r>
          </a:p>
          <a:p>
            <a:pPr>
              <a:spcAft>
                <a:spcPts val="1400"/>
              </a:spcAft>
              <a:defRPr sz="2100">
                <a:solidFill>
                  <a:srgbClr val="232832"/>
                </a:solidFill>
              </a:defRPr>
            </a:pPr>
            <a:r>
              <a:t>• Scikit-learn</a:t>
            </a:r>
          </a:p>
          <a:p>
            <a:pPr>
              <a:spcAft>
                <a:spcPts val="1400"/>
              </a:spcAft>
              <a:defRPr sz="2100">
                <a:solidFill>
                  <a:srgbClr val="232832"/>
                </a:solidFill>
              </a:defRPr>
            </a:pPr>
            <a:r>
              <a:t>• Jupyter Notebook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92240"/>
            <a:ext cx="10972800" cy="18288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1967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E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41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832"/>
                </a:solidFill>
              </a:defRPr>
            </a:pPr>
            <a:r>
              <a:t>• Data Layer → Data collection and preprocessing</a:t>
            </a:r>
          </a:p>
          <a:p>
            <a:pPr>
              <a:spcAft>
                <a:spcPts val="1400"/>
              </a:spcAft>
              <a:defRPr sz="2100">
                <a:solidFill>
                  <a:srgbClr val="232832"/>
                </a:solidFill>
              </a:defRPr>
            </a:pPr>
            <a:r>
              <a:t>• Model Layer → Training, validation and evaluation</a:t>
            </a:r>
          </a:p>
          <a:p>
            <a:pPr>
              <a:spcAft>
                <a:spcPts val="1400"/>
              </a:spcAft>
              <a:defRPr sz="2100">
                <a:solidFill>
                  <a:srgbClr val="232832"/>
                </a:solidFill>
              </a:defRPr>
            </a:pPr>
            <a:r>
              <a:t>• Research Layer → Experimentation, comparison and analysis</a:t>
            </a:r>
          </a:p>
          <a:p>
            <a:pPr>
              <a:spcAft>
                <a:spcPts val="1400"/>
              </a:spcAft>
              <a:defRPr sz="2100">
                <a:solidFill>
                  <a:srgbClr val="232832"/>
                </a:solidFill>
              </a:defRPr>
            </a:pPr>
            <a:r>
              <a:t>• Application Layer → Reporting, documentation and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92240"/>
            <a:ext cx="10972800" cy="18288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1967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E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41"/>
                </a:solidFill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832"/>
                </a:solidFill>
              </a:defRPr>
            </a:pPr>
            <a:r>
              <a:t>• Week 1–2: Fundamentals of ML &amp; Python</a:t>
            </a:r>
          </a:p>
          <a:p>
            <a:pPr>
              <a:spcAft>
                <a:spcPts val="1400"/>
              </a:spcAft>
              <a:defRPr sz="2100">
                <a:solidFill>
                  <a:srgbClr val="232832"/>
                </a:solidFill>
              </a:defRPr>
            </a:pPr>
            <a:r>
              <a:t>• Week 3–4: Model building with Scikit-learn/TensorFlow</a:t>
            </a:r>
          </a:p>
          <a:p>
            <a:pPr>
              <a:spcAft>
                <a:spcPts val="1400"/>
              </a:spcAft>
              <a:defRPr sz="2100">
                <a:solidFill>
                  <a:srgbClr val="232832"/>
                </a:solidFill>
              </a:defRPr>
            </a:pPr>
            <a:r>
              <a:t>• Week 5–6: Research experiments &amp; evaluation</a:t>
            </a:r>
          </a:p>
          <a:p>
            <a:pPr>
              <a:spcAft>
                <a:spcPts val="1400"/>
              </a:spcAft>
              <a:defRPr sz="2100">
                <a:solidFill>
                  <a:srgbClr val="232832"/>
                </a:solidFill>
              </a:defRPr>
            </a:pPr>
            <a:r>
              <a:t>• Week 7–8: Documentation &amp; presentation of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92240"/>
            <a:ext cx="10972800" cy="18288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1967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E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41"/>
                </a:solidFill>
              </a:defRPr>
            </a:pPr>
            <a:r>
              <a:t>Expected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832"/>
                </a:solidFill>
              </a:defRPr>
            </a:pPr>
            <a:r>
              <a:t>• Ability to conduct ML research more independently</a:t>
            </a:r>
          </a:p>
          <a:p>
            <a:pPr>
              <a:spcAft>
                <a:spcPts val="1400"/>
              </a:spcAft>
              <a:defRPr sz="2100">
                <a:solidFill>
                  <a:srgbClr val="232832"/>
                </a:solidFill>
              </a:defRPr>
            </a:pPr>
            <a:r>
              <a:t>• Practical exposure to model development and evaluation</a:t>
            </a:r>
          </a:p>
          <a:p>
            <a:pPr>
              <a:spcAft>
                <a:spcPts val="1400"/>
              </a:spcAft>
              <a:defRPr sz="2100">
                <a:solidFill>
                  <a:srgbClr val="232832"/>
                </a:solidFill>
              </a:defRPr>
            </a:pPr>
            <a:r>
              <a:t>• Improved technical writing and presentation skills</a:t>
            </a:r>
          </a:p>
          <a:p>
            <a:pPr>
              <a:spcAft>
                <a:spcPts val="1400"/>
              </a:spcAft>
              <a:defRPr sz="2100">
                <a:solidFill>
                  <a:srgbClr val="232832"/>
                </a:solidFill>
              </a:defRPr>
            </a:pPr>
            <a:r>
              <a:t>• Completion documentation and internship certification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92240"/>
            <a:ext cx="10972800" cy="18288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1967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E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41"/>
                </a:solidFill>
              </a:defRPr>
            </a:pPr>
            <a:r>
              <a:t>Certification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967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E78"/>
                </a:solidFill>
              </a:defRPr>
            </a:pPr>
            <a:r>
              <a:t>10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806F29-1797-F8A8-2717-FCEED1517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189" y="0"/>
            <a:ext cx="529676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41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832"/>
                </a:solidFill>
              </a:defRPr>
            </a:pPr>
            <a:r>
              <a:t>• Aditya Singh</a:t>
            </a:r>
          </a:p>
          <a:p>
            <a:pPr>
              <a:spcAft>
                <a:spcPts val="1400"/>
              </a:spcAft>
              <a:defRPr sz="2100">
                <a:solidFill>
                  <a:srgbClr val="232832"/>
                </a:solidFill>
              </a:defRPr>
            </a:pPr>
            <a:r>
              <a:t>• Roll No. 2410031215</a:t>
            </a:r>
          </a:p>
          <a:p>
            <a:pPr>
              <a:spcAft>
                <a:spcPts val="1400"/>
              </a:spcAft>
              <a:defRPr sz="2100">
                <a:solidFill>
                  <a:srgbClr val="232832"/>
                </a:solidFill>
              </a:defRPr>
            </a:pPr>
            <a:r>
              <a:t>• B.Tech CSE | IILM University, Greater Noida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92240"/>
            <a:ext cx="10972800" cy="18288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1967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E7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331</Words>
  <Application>Microsoft Office PowerPoint</Application>
  <PresentationFormat>Widescreen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Aditya Singh</cp:lastModifiedBy>
  <cp:revision>2</cp:revision>
  <dcterms:created xsi:type="dcterms:W3CDTF">2013-01-27T09:14:16Z</dcterms:created>
  <dcterms:modified xsi:type="dcterms:W3CDTF">2026-09-20T10:59:54Z</dcterms:modified>
  <cp:category/>
</cp:coreProperties>
</file>